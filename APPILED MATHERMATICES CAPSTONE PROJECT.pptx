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4" r:id="rId3"/>
    <p:sldId id="257" r:id="rId4"/>
    <p:sldId id="267" r:id="rId5"/>
    <p:sldId id="277" r:id="rId6"/>
    <p:sldId id="278" r:id="rId7"/>
    <p:sldId id="266" r:id="rId8"/>
    <p:sldId id="274" r:id="rId9"/>
    <p:sldId id="261" r:id="rId10"/>
    <p:sldId id="275" r:id="rId11"/>
    <p:sldId id="262" r:id="rId12"/>
    <p:sldId id="263" r:id="rId13"/>
    <p:sldId id="276" r:id="rId14"/>
    <p:sldId id="265" r:id="rId15"/>
  </p:sldIdLst>
  <p:sldSz cx="9144000" cy="5143500" type="screen16x9"/>
  <p:notesSz cx="5143500" cy="9144000"/>
  <p:embeddedFontLst>
    <p:embeddedFont>
      <p:font typeface="Inter" panose="020B0604020202020204" charset="0"/>
      <p:regular r:id="rId18"/>
    </p:embeddedFont>
    <p:embeddedFont>
      <p:font typeface="Petrona 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1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2CEC-D218-46A7-A498-9D389A7E109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F569F-8BEC-4960-9AE6-4712ED0F2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8374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32973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003682X24002184?utm_source=chatgpt.com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isca-archive.org/interspeech_2024/mawalim24_interspeech.html?utm_source=chatgpt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isca-archive.org/interspeech_2023/eskimez23_interspeech.html?utm_source=chatgpt.com" TargetMode="External"/><Relationship Id="rId5" Type="http://schemas.openxmlformats.org/officeDocument/2006/relationships/hyperlink" Target="https://journals.sagepub.com/doi/abs/10.3233/JIFS-223951?utm_source=chatgpt.com" TargetMode="External"/><Relationship Id="rId4" Type="http://schemas.openxmlformats.org/officeDocument/2006/relationships/hyperlink" Target="https://resourcecenter.ieee.org/conferences/icassp-2023/spsicassp23vid0547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27334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2078" y="1131637"/>
            <a:ext cx="7690181" cy="1898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2400" b="1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UBA0620– APPLIED MATHEMATICS</a:t>
            </a:r>
          </a:p>
          <a:p>
            <a:pPr algn="ctr"/>
            <a:endParaRPr lang="en-US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CAPSTONE PROJECT ON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05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</a:t>
            </a: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Audio Noise Reduction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3243335" y="235431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57" y="3849605"/>
            <a:ext cx="36429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PRESENTED BY </a:t>
            </a:r>
          </a:p>
          <a:p>
            <a:r>
              <a:rPr lang="en-US" sz="1600" dirty="0" smtClean="0"/>
              <a:t>ASHWATH DRAVID 192512175</a:t>
            </a:r>
          </a:p>
          <a:p>
            <a:r>
              <a:rPr lang="en-US" sz="1600" dirty="0" smtClean="0"/>
              <a:t>ASHVIN MIJ – 192572155</a:t>
            </a:r>
          </a:p>
          <a:p>
            <a:r>
              <a:rPr lang="en-US" sz="1600" dirty="0" smtClean="0"/>
              <a:t>LAKSHMI NARAYANAN NTN - 192524353</a:t>
            </a:r>
            <a:endParaRPr lang="en-IN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078539" y="3771162"/>
            <a:ext cx="43630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GUIDENCE 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SUDAR  MOZLI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(SG)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PURE  AND APPLIED MATHEMATICES 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67413" y="757632"/>
            <a:ext cx="490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OBJECTIVES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423691"/>
            <a:ext cx="5181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audio signals using Fourier Transform.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unwanted noise frequencies.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reconstruct clean audio using Inverse FFT.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signal energy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Parseval’s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597" y="2002811"/>
            <a:ext cx="4144403" cy="2541228"/>
          </a:xfrm>
          <a:prstGeom prst="rect">
            <a:avLst/>
          </a:prstGeom>
        </p:spPr>
      </p:pic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483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2498" y="195657"/>
            <a:ext cx="6365171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305002" y="1170835"/>
            <a:ext cx="7819342" cy="1539378"/>
          </a:xfrm>
          <a:prstGeom prst="roundRect">
            <a:avLst>
              <a:gd name="adj" fmla="val 5537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2399" y="1395615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The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4494" y="1852603"/>
            <a:ext cx="6901180" cy="919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 reduces audio quality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filtering methods are less efficient for complex signals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04436" y="1461519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80325" y="1820513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076" y="2964790"/>
            <a:ext cx="7795268" cy="1734477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496121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2640" y="309778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Fourier Transform to identify noise frequencies.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filtering in frequency domain.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 cleaner audio using Inverse Fourier Transform. </a:t>
            </a: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pic>
        <p:nvPicPr>
          <p:cNvPr id="17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8940" y="881038"/>
            <a:ext cx="6025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MODULE 1– Audio Input and noise Detection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44829" y="1648047"/>
            <a:ext cx="622943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audio through a microphone. </a:t>
            </a:r>
            <a:endParaRPr lang="en-IN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audio signal into digital form. </a:t>
            </a:r>
            <a:endParaRPr lang="en-IN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unwanted noise such as fan noise, background sounds, and environmental noise. </a:t>
            </a:r>
            <a:endParaRPr lang="en-IN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audio using FFT (Fast Fourier Transform).</a:t>
            </a:r>
          </a:p>
        </p:txBody>
      </p:sp>
      <p:pic>
        <p:nvPicPr>
          <p:cNvPr id="7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825" y="1933050"/>
            <a:ext cx="2621889" cy="262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6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5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16679" cy="514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80" y="53341"/>
            <a:ext cx="522732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5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174"/>
            <a:ext cx="9144000" cy="4039278"/>
          </a:xfrm>
          <a:prstGeom prst="rect">
            <a:avLst/>
          </a:prstGeom>
        </p:spPr>
      </p:pic>
      <p:pic>
        <p:nvPicPr>
          <p:cNvPr id="7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735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24788" y="726092"/>
            <a:ext cx="3453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BLOCK DIAGRAM </a:t>
            </a:r>
            <a:endParaRPr lang="en-IN" dirty="0"/>
          </a:p>
          <a:p>
            <a:pPr algn="ctr"/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15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307882"/>
            <a:ext cx="8976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the incoming audio continuously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useful speech/audio signal from unwanted noise.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digital filter / noise reduction algorithm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noise while maintaining the quality of the original audio.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7789" y="836027"/>
            <a:ext cx="63881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Module 2--Real-time noise Reduction</a:t>
            </a:r>
            <a:endParaRPr lang="en-US" sz="2400" dirty="0"/>
          </a:p>
          <a:p>
            <a:pPr algn="ctr"/>
            <a:endParaRPr lang="en-IN" sz="2400" dirty="0"/>
          </a:p>
        </p:txBody>
      </p:sp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735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36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5488" y="151664"/>
            <a:ext cx="4722763" cy="134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</a:t>
            </a:r>
            <a:endParaRPr lang="en-US" sz="3200" dirty="0"/>
          </a:p>
        </p:txBody>
      </p:sp>
      <p:pic>
        <p:nvPicPr>
          <p:cNvPr id="5" name="Picture 2" descr="Saveetha Institute of Medical and Technical Sciences -SIMATS | Chennai">
            <a:extLst>
              <a:ext uri="{FF2B5EF4-FFF2-40B4-BE49-F238E27FC236}">
                <a16:creationId xmlns="" xmlns:a16="http://schemas.microsoft.com/office/drawing/2014/main" id="{F47AF4D8-EF1F-79FA-823D-B729061F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387" y="0"/>
            <a:ext cx="852613" cy="8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Saveetha School of Engineering: Courses, Admission 2025, Fees, Scholarship,  Placements, Ranking">
            <a:extLst>
              <a:ext uri="{FF2B5EF4-FFF2-40B4-BE49-F238E27FC236}">
                <a16:creationId xmlns="" xmlns:a16="http://schemas.microsoft.com/office/drawing/2014/main" id="{3AEBFAE5-A0DB-B524-E03B-FDB31254F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6" y="-19735"/>
            <a:ext cx="647721" cy="8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38876" y="742295"/>
            <a:ext cx="474886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Recording/Input</a:t>
            </a: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FFT</a:t>
            </a: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analysis</a:t>
            </a: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Noise Filtering</a:t>
            </a: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Inverse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Clean Audio</a:t>
            </a:r>
          </a:p>
          <a:p>
            <a:pPr algn="ctr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parseval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theorem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6051282" y="1119709"/>
            <a:ext cx="324051" cy="2988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wn Arrow 8"/>
          <p:cNvSpPr/>
          <p:nvPr/>
        </p:nvSpPr>
        <p:spPr>
          <a:xfrm>
            <a:off x="6041656" y="1733343"/>
            <a:ext cx="324051" cy="2988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wn Arrow 9"/>
          <p:cNvSpPr/>
          <p:nvPr/>
        </p:nvSpPr>
        <p:spPr>
          <a:xfrm>
            <a:off x="6041655" y="2329742"/>
            <a:ext cx="324051" cy="2988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wn Arrow 10"/>
          <p:cNvSpPr/>
          <p:nvPr/>
        </p:nvSpPr>
        <p:spPr>
          <a:xfrm>
            <a:off x="6051282" y="2871683"/>
            <a:ext cx="324051" cy="2988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6051282" y="3582732"/>
            <a:ext cx="324051" cy="2988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6051282" y="4238008"/>
            <a:ext cx="324051" cy="2988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22" y="4760112"/>
            <a:ext cx="1933845" cy="3334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8990" y="929594"/>
            <a:ext cx="6100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Module 3– Enhanced Audio Output &amp; Performance</a:t>
            </a:r>
            <a:endParaRPr lang="en-US" sz="2000" dirty="0"/>
          </a:p>
          <a:p>
            <a:pPr algn="ctr"/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07392" y="1536105"/>
            <a:ext cx="84032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processed signal back into audible audio.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noise-reduced output through speakers/headphones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original and processed audio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performance using parameters like SNR, noise level, and processing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735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081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88" y="880095"/>
            <a:ext cx="3478039" cy="1029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4614" y="927348"/>
            <a:ext cx="11368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324796" y="1216782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</a:t>
            </a:r>
            <a:endParaRPr lang="en-US" sz="30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155" y="4791278"/>
            <a:ext cx="1933845" cy="3334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26543" y="2006337"/>
            <a:ext cx="41525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spectrum obtained successfully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Noise frequencies identified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filtering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audio reconstructed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52070"/>
            <a:ext cx="4403235" cy="2487404"/>
          </a:xfrm>
          <a:prstGeom prst="rect">
            <a:avLst/>
          </a:prstGeom>
        </p:spPr>
      </p:pic>
      <p:pic>
        <p:nvPicPr>
          <p:cNvPr id="10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735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04" y="752406"/>
            <a:ext cx="2927396" cy="43910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20887"/>
            <a:ext cx="4722763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Future of Audio Clarity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496119" y="2208014"/>
            <a:ext cx="4722763" cy="1914525"/>
          </a:xfrm>
          <a:prstGeom prst="roundRect">
            <a:avLst>
              <a:gd name="adj" fmla="val 3110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2212777"/>
            <a:ext cx="2356619" cy="1065907"/>
          </a:xfrm>
          <a:prstGeom prst="roundRect">
            <a:avLst>
              <a:gd name="adj" fmla="val 5586"/>
            </a:avLst>
          </a:prstGeom>
          <a:solidFill>
            <a:srgbClr val="E0D7F4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2354535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Fourier Analysis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2640" y="2683297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Frequency-domain decomposition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57500" y="2212777"/>
            <a:ext cx="2356619" cy="1065907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2212777"/>
            <a:ext cx="19050" cy="1065907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2354535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Parseval's Guarantee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99259" y="2683297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conservation in processing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0881" y="3278684"/>
            <a:ext cx="4713238" cy="839093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3278684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4" name="Text 11"/>
          <p:cNvSpPr/>
          <p:nvPr/>
        </p:nvSpPr>
        <p:spPr>
          <a:xfrm>
            <a:off x="642640" y="3420442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Frontier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2640" y="374920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algorithms for dynamic environments</a:t>
            </a:r>
            <a:endParaRPr lang="en-US" sz="1100" dirty="0"/>
          </a:p>
        </p:txBody>
      </p:sp>
      <p:pic>
        <p:nvPicPr>
          <p:cNvPr id="19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471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155" y="4791278"/>
            <a:ext cx="1933845" cy="3334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44523" y="717047"/>
            <a:ext cx="33813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</a:t>
            </a:r>
            <a:endParaRPr lang="en-US" sz="2800" dirty="0"/>
          </a:p>
          <a:p>
            <a:pPr algn="ctr"/>
            <a:endParaRPr lang="en-IN" sz="2800" dirty="0"/>
          </a:p>
        </p:txBody>
      </p:sp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471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98378"/>
              </p:ext>
            </p:extLst>
          </p:nvPr>
        </p:nvGraphicFramePr>
        <p:xfrm>
          <a:off x="348657" y="1194100"/>
          <a:ext cx="8321696" cy="3717961"/>
        </p:xfrm>
        <a:graphic>
          <a:graphicData uri="http://schemas.openxmlformats.org/drawingml/2006/table">
            <a:tbl>
              <a:tblPr/>
              <a:tblGrid>
                <a:gridCol w="2080424"/>
                <a:gridCol w="2080424"/>
                <a:gridCol w="2080424"/>
                <a:gridCol w="2080424"/>
              </a:tblGrid>
              <a:tr h="11249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33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Chengyu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Zheng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Yuan Zhou, 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Xiulian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Peng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Yuan Zhang &amp; Yan Lu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Speech Enhancement with Dynamic Attention Span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Real-time speech enhancement with dynamic attention span | URC | IEEE Universal Resource Center"/>
                        </a:rPr>
                        <a:t>URC | IEEE Universal Resource Center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703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Chaitanya Jannu &amp; Sunny Dayal Vanambathina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DCT Based Densely Connected Convolutional GRU for Real-Time Speech Enhancement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DCT based densely connected convolutional GRU for real-time speech enhancement - Chaitanya Jannu, Sunny Dayal Vanambathina, 2023"/>
                        </a:rPr>
                        <a:t>Sage Journals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703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Sefik Emre Eskimez, Takuya Yoshioka, Alex Ju, Min Tang, Tanel Pärnamaa &amp; Huaming Wang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Joint Personalized Speech Enhancement and Acoustic Echo Cancellation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ISCA Archive - Real-Time Joint Personalized Speech Enhancement and Acoustic Echo Cancellation"/>
                        </a:rPr>
                        <a:t>ISCA Archive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40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Candy Olivia Mawalim, Shogo Okada &amp; Masashi Unoki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Recent Deep Learning-Based Speech Enhancement Methods Ready to Confront Real-World Noisy Environments?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ISCA Archive - Are Recent Deep Learning-Based Speech Enhancement Methods Ready to Confront Real-World Noisy Environments?"/>
                        </a:rPr>
                        <a:t>ISCA Archive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808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Hoang Ngoc Chau, Nguyen Thi Nhat Linh, Tuan Kiet Doan &amp; Quoc Cuong Nguyen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Multi-stage Temporal Representation Learning via Global and Local Perspectives for Real-Time Speech Enhancement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Multi-stage temporal representation learning via global and local perspectives for real-time speech enhancement - ScienceDirect"/>
                        </a:rPr>
                        <a:t>sciencedirect.com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25891" marR="25891" marT="12946" marB="129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749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155" y="4791278"/>
            <a:ext cx="1933845" cy="333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0892" y="1664339"/>
            <a:ext cx="69204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solidFill>
                  <a:srgbClr val="F95F88"/>
                </a:solidFill>
                <a:latin typeface="Petrona Bold" pitchFamily="34" charset="0"/>
              </a:rPr>
              <a:t>THANK YOU </a:t>
            </a:r>
            <a:endParaRPr lang="en-IN" sz="8000" dirty="0"/>
          </a:p>
        </p:txBody>
      </p:sp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="" xmlns:a16="http://schemas.microsoft.com/office/drawing/2014/main" xmlns:lc="http://schemas.openxmlformats.org/drawingml/2006/lockedCanvas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735"/>
            <a:ext cx="9043710" cy="61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453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473</Words>
  <Application>Microsoft Office PowerPoint</Application>
  <PresentationFormat>On-screen Show (16:9)</PresentationFormat>
  <Paragraphs>105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Inter</vt:lpstr>
      <vt:lpstr>Arial</vt:lpstr>
      <vt:lpstr>Petrona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ASHWATH</dc:creator>
  <cp:lastModifiedBy>HAPPY</cp:lastModifiedBy>
  <cp:revision>20</cp:revision>
  <dcterms:created xsi:type="dcterms:W3CDTF">2026-05-26T15:39:35Z</dcterms:created>
  <dcterms:modified xsi:type="dcterms:W3CDTF">2026-09-06T13:38:41Z</dcterms:modified>
</cp:coreProperties>
</file>